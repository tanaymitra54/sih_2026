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8C"/>
                </a:solidFill>
                <a:latin typeface="Calibri"/>
              </a:rPr>
              <a:t>MEDGUARD  ·  AWS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F0EA"/>
                </a:solidFill>
                <a:latin typeface="Calibri"/>
              </a:rPr>
              <a:t>Counterfeit medicine detection,
built for the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FA399"/>
                </a:solidFill>
                <a:latin typeface="Calibri"/>
              </a:rPr>
              <a:t>Signed pack identities · tamper-evident custody ledger · behavioral clone detection — designed to run on AWS at production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A399"/>
                </a:solidFill>
                <a:latin typeface="Calibri"/>
              </a:rPr>
              <a:t>Tanay Mitra · 24BCE1287
Rishav Kumar
Aditya Arora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01  ·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Fake medicine is a supply-chain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7472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~1M deaths /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WHO estimate. Counterfeits kill more than many better-known diseases.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Editable databases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Central barcode systems can be quietly changed.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7472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Copyable stickers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Static QR codes can be photocopied onto fake packs.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39496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1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What patients 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39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At the pharmacy counter, packaging and paperwork give no cryptographic proof that a pack is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521208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8619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Where systems 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06239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Most checks only ask “does this code exist?” — not whether signature, journey, and behaviour agree.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02  ·  GAPS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Existing tracking leaves dangerous holes.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Central DBs can be quietly edited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Static QRs can be photocopied at scale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“Exists” checks ignore custody history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No enforced factory → distributor → pharmacy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Cloned genuine serials go undetected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Consumers rarely get a free verify path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Alerts are manual, late, or missing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Keys and audit logs lack cloud-grade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03  ·  WHAT ALREADY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Track-and-trace is not new — trust still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105156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Barcode / GS1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Inventory &amp; logistics IDs  ·  Limit: Central records can be altered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72800" cy="105156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Static QR +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Lookup serial in a database  ·  Limit: Sticker clones still “valid”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10972800" cy="105156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Serialization mandates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Unique IDs per pack  ·  Limit: ID alone ≠ authenticity proof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83480"/>
            <a:ext cx="10972800" cy="105156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Permissioned chain pilots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Shared ledger among firms  ·  Limit: Heavy ops; weak consumer 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04  · 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What MedGuard adds beyond “track &amp; trace”.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9496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Cryptographic pack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Ed25519 / signed QR — copies fail signature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Dual hash-chain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Global + per-product pointers; tamper is evident.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539496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1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Order-enforcing state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39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CREATED → DISTRIBUTED → AT_PHARMACY → SOLD.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49039"/>
            <a:ext cx="521208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8619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Behavioral clone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39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After-sold scans, route mismatch, scan floods.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05  ·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Three trust layers on every scan.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27432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1 ·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Was this pack minted? Does the signature verify?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27432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2 ·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Is the custody chain intact and in valid order?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74720" cy="27432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3 ·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Do location, timing, and scan volume look real?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FA399"/>
                </a:solidFill>
                <a:latin typeface="Calibri"/>
              </a:rPr>
              <a:t>Thesis: a medicine is not genuine because a QR exists — it is genuine when identity, history, and behaviour all agree.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06  ·  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From mint to patient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FA399"/>
                </a:solidFill>
                <a:latin typeface="Calibri"/>
              </a:rPr>
              <a:t>Manufacturer → Admin approve → Signed QR + MINT
→ Distributor RECEIVE → Pharmacist RECEIVE / VERIFY / SELL
→ Consumer scan + BUY
Every step appends to the hash-chained ledger.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F64"/>
                </a:solidFill>
                <a:latin typeface="Calibri"/>
              </a:rPr>
              <a:t>See HTML deck for interactive Mermaid diagram.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07  ·  CRYPTOGRAPHIC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Signed QR — fingerprint, not a name tag.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36576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Payload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292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MEDG:&lt;serial&gt;:&lt;sig&gt;:&lt;batch&gt;
Signature over serial|batch. Only the manufacturer key can mint valid packs.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212080" cy="36576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Why clones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• Photocopy keeps the same sticker text
• Without the private key, new packs cannot be forged
• Verify endpoint rejects bad signatures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08  · 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Append-only blocks with two previous hashes.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prevHash links every block globally — edit any block, the rest break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productPrevHash links one pack’s journey for pharmacy/consumer verify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blockHash = sha256(index | prevHash | productPrevHash | productId | action | signer | payload | timestamp)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8FA399"/>
                </a:solidFill>
                <a:latin typeface="Calibri"/>
              </a:rPr>
              <a:t>▸  Interface is storage-agnostic — swap SQLite for RDS or a chain later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09  · 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Packs cannot skip legitimate nodes.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FA399"/>
                </a:solidFill>
                <a:latin typeface="Calibri"/>
              </a:rPr>
              <a:t>CREATED  →  DISTRIBUTED  →  AT_PHARMACY  →  SOLD
Distributor only receives CREATED · Pharmacist only DISTRIBUTED · SOLD only from AT_PHARMACY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10  · 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First failing check wins.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Parse / mint fail → COUNTERFEIT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Signature fail → COUNTERFEIT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Chain integrity fail → COUNTERFEIT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After sold / flood / route anomaly → SUSPICIOUS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Else → GENUINE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11  ·  CLONE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Even a perfect sticker copy leaves a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651760" cy="32004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After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286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Same serial used twice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45920"/>
            <a:ext cx="2651760" cy="32004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Route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03120"/>
            <a:ext cx="2286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Scan outside declared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2651760" cy="32004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Scan flood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2860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Many copies in the wild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645920"/>
            <a:ext cx="2286000" cy="32004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Missing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103120"/>
            <a:ext cx="19202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Skipped mandatory node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12  · 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One system, five workspaces.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74720" cy="192024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Manufacturer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Request mint · recall · QR grid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192024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Approve / reject before QRs exist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474720" cy="192024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Distributor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Scan receive · custody transfer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3474720" cy="192024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19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Pharmacist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Stock · verify · sell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49039"/>
            <a:ext cx="3474720" cy="192024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88619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Consumer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Public verify · buy · journey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49039"/>
            <a:ext cx="3474720" cy="192024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88619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2062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Shared anomaly console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13  ·  WHY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Local demo proves the idea. AWS makes it durable.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41148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Today (lab)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29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• Node / Express + SQLite
• Vite React SPA
• Keys on local disk
• Single-machine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212080" cy="41148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Why move to 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• Managed scale &amp; multi-AZ
• KMS for signing secrets
• Global CDN for verify UX
• Observability + WAF + IAM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14  ·  TARGET ARCHITECTURE  · 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MedGuard on AWS.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Users / phones → CloudFront → Amplify (SPA)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API Gateway → App Runner / ECS Fargate (API)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RDS PostgreSQL · ElastiCache Redis · S3 assets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KMS signing keys · Cognito roles · WAF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8FA399"/>
                </a:solidFill>
                <a:latin typeface="Calibri"/>
              </a:rPr>
              <a:t>▸  CloudWatch · SNS / SES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F64"/>
                </a:solidFill>
                <a:latin typeface="Calibri"/>
              </a:rPr>
              <a:t>Interactive architecture diagram: open medguard-aws.html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15  ·  AWS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Mapped to MedGuard workloads.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CloudFront + Amplify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SPA delivery, TLS, edge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HTTP API, throttle, JWT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25880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App Runner / 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Container API, autoscaling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06039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4319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RDS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632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Replace SQLite; Multi-AZ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606039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74319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ElastiCache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0632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Flood windows, rate limits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2606039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74319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0632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QR exports, assets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86200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KMS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Signing keys, envelope crypto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886200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Cognito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Role-based users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886200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WAF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Protect verify &amp; login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166359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303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CloudWatch + X-Ray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6235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Logs, metrics, traces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5166359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5303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SNS / 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6235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Recall &amp; SUSPICIOUS alerts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5166359"/>
            <a:ext cx="3657600" cy="11430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53035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IAM + Secrets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562355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Least privilege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16  ·  SECURITY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Trust the chain — protect the keys.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29260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KMS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Private signing material stays in HSM-backed keys; API signs via grants.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29260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Cognito + IAM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Role claims map to manufacturer / admin / distributor / pharmacist.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74720" cy="29260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WAF + API GW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Throttle public verify; block floods that mimic clone attacks.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A399"/>
                </a:solidFill>
                <a:latin typeface="Calibri"/>
              </a:rPr>
              <a:t>Well-Architected · Security: TLS in transit, encryption at rest (RDS / S3 / KMS), CloudTrail audit, separate prod accounts.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17  ·  DATA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From one SQLite file to Multi-AZ data plane.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41148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RDS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29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• Products, batches, custody blocks
• Point-in-time recovery
• Read replica for verify-heavy 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212080" cy="411480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ElastiCache +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• Sliding windows for scan-flood rules
• Session / rate-limit counters
• S3 for QR PDF/PNG batch exports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18  ·  OPS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Detect → notify →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FA399"/>
                </a:solidFill>
                <a:latin typeface="Calibri"/>
              </a:rPr>
              <a:t>Verify API  →  CloudWatch metrics &amp; anomaly logs
→  Alarms on SUSPICIOUS / scan flood
→  SNS / SES  →  Ops &amp; manufacturer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19  ·  ADVANCEMENTS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What we bring to the problem 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9496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Signature + ledger + behaviour in one verify path. Admin-gated minting. Consumer-grade public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Storage-agnostic ledger interface. Ready to swap SQLite → RDS and local keys → KMS.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539496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1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39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Target architecture uses managed AWS primitives for scale, key custody, edge delivery, and alerting.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49039"/>
            <a:ext cx="5212080" cy="2011680"/>
          </a:xfrm>
          <a:prstGeom prst="roundRect">
            <a:avLst/>
          </a:prstGeom>
          <a:solidFill>
            <a:srgbClr val="17211C"/>
          </a:solidFill>
          <a:ln>
            <a:solidFill>
              <a:srgbClr val="24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8619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F0EA"/>
                </a:solidFill>
                <a:latin typeface="Calibri"/>
              </a:rPr>
              <a:t>Ops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39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FA399"/>
                </a:solidFill>
                <a:latin typeface="Calibri"/>
              </a:rPr>
              <a:t>Automatic alerts instead of after-the-fact audits alone.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8C"/>
                </a:solidFill>
                <a:latin typeface="Calibri"/>
              </a:rPr>
              <a:t>20  ·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F0EA"/>
                </a:solidFill>
                <a:latin typeface="Calibri"/>
              </a:rPr>
              <a:t>Today → AWS → future.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FA399"/>
                </a:solidFill>
                <a:latin typeface="Calibri"/>
              </a:rPr>
              <a:t>Today · local demo
→ Phase 1 · Amplify + App Runner + RDS
→ Phase 2 · KMS + Cognito + WAF
→ Phase 3 · Redis floods + SNS recalls
→ Future · permissioned chain / Bedrock assist
AWS stages are planned production targets — not current runtime.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8C"/>
                </a:solidFill>
                <a:latin typeface="Calibri"/>
              </a:rPr>
              <a:t>MEDGUARD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F0EA"/>
                </a:solidFill>
                <a:latin typeface="Calibri"/>
              </a:rPr>
              <a:t>Make the fake fail
before it reaches a patient.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FA399"/>
                </a:solidFill>
                <a:latin typeface="Calibri"/>
              </a:rPr>
              <a:t>Identity · history · behaviour — verified at the counter, scaled on AWS.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FA399"/>
                </a:solidFill>
                <a:latin typeface="Calibri"/>
              </a:rPr>
              <a:t>Tanay Mitra · 24BCE1287
Rishav Kumar · Aditya Arora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